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95" d="100"/>
          <a:sy n="95" d="100"/>
        </p:scale>
        <p:origin x="20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5C24-656E-5377-439A-1D830FEA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5C2E8-32EA-A815-1085-D10B6DA1C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CF63-2D1C-A660-21D9-6A863843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49CC1-4789-4E99-C5B7-59998C5A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BB61-76CA-990F-1293-D8822E66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8457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9051-FC0B-1628-8CA1-207EF939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C027-49AC-8BFA-0055-2E266315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D81BA-4493-387F-F3FE-C706FE65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89237-8AFD-84BA-6384-35591AE3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E8B6-EFF2-A4A5-29C2-596D7C6F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52282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1A03-AD7F-C624-6465-EC8E8007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582B0-7920-02C1-8AAF-2BFCF007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49D5-A1D7-4534-36D8-2B8267E1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3DBC-AA3A-FBCA-C730-F8099CD0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8847A-AD1C-EE28-75F0-CF8DE838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17130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63A3-F682-354D-68E0-33C27303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F3583-E730-90E5-77C8-3B14542D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020E6-91AE-C5C5-4EC8-468BA051B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8B59-4329-5C57-B481-10FB8720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C30C1-24EB-75DC-5E32-C11063F9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B0769-7DA3-9245-6DAA-E9CCA95C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1422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29B0-B3E2-738E-4D1E-9E295D4C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8EABC-D219-7930-4348-313A06233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AF55B-400B-E8B4-232B-AA28C0E47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E0A32-C9C9-254D-4B40-B8763B233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096ED-6116-CDE8-3D75-7DC9E6E26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36619-F652-0879-0D87-DA42D9AC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31550-0E8B-0F15-BBF8-FD2F56BF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4E732-9A6C-5682-9262-78A62AF3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1837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88C1-44EE-33CF-B50A-B78F2BC4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CF014-8E3B-D373-9B26-9D8E783A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62A6A-3307-D7BB-3D15-5A64B4F1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D18DD-50BE-884D-0788-D63EC946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079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3A65C-6989-17DA-FE21-DA1FC8C5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38C08-FD94-9F72-748B-4B9A55BE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CF100-69CB-605E-ECAD-E5E7CF9B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1628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97D1-1B00-A0B7-5675-72018175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51A6-93B8-893D-388A-9C49520C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6C372-423A-04D6-C14C-A8CCCCBEF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8418D-11DC-A4AC-EBFE-DC78E5E1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2256F-856E-3C30-C819-968063C3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D738-3B90-7AB0-E07C-F08A7DFA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7517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9A86-2D6B-90A7-639A-3136E5A4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4AE71-0686-383B-D653-C0ADAF7D0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AFACD-08EC-5869-FC9C-A5CD531C7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06D1C-0247-19B0-FC7F-01C8AA5F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5455E-67D2-7D8E-72F2-2F5172C9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F8503-54D5-A752-B97B-4068750E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5167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E468-0979-9C88-4A59-3A079A73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A81EE-E8B5-B1E5-F55F-824B5223A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00BA-C089-A023-D0AC-C8D8923A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BE6E6-4133-FEE4-2617-2E9D534C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E318-9D9B-2598-FB09-8D80E954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7303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47B5B-9BF2-E8F7-9D9B-602DAD09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9D1E4-FE55-056F-473F-D92C1D71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7EAD-205E-D9D9-61FD-FD2E3927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8117-CCFE-16C8-4695-953991C6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020F8-086E-7D48-3C3C-609A4215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24718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B7C1FC-4ED3-6935-C7B9-70006953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6409-C4C1-B5A7-BBC1-8C1E01330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3652-41AD-AA43-E967-F1F4EB804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176A9-8E4E-CC4E-A782-5D62804AA8CE}" type="datetimeFigureOut">
              <a:rPr lang="en-CO" smtClean="0"/>
              <a:t>8/10/25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E16D-AF08-DEFA-54E6-8C75C90DD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C9C91-6E09-C06A-951C-FFE222F7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373A5-211A-C449-9C5D-52A56EC88931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0222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759C-5D09-8E11-731E-6CF9A798B5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Postgres</a:t>
            </a:r>
          </a:p>
        </p:txBody>
      </p:sp>
    </p:spTree>
    <p:extLst>
      <p:ext uri="{BB962C8B-B14F-4D97-AF65-F5344CB8AC3E}">
        <p14:creationId xmlns:p14="http://schemas.microsoft.com/office/powerpoint/2010/main" val="25138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rror: No se ha encontrado el gráfico">
            <a:extLst>
              <a:ext uri="{FF2B5EF4-FFF2-40B4-BE49-F238E27FC236}">
                <a16:creationId xmlns:a16="http://schemas.microsoft.com/office/drawing/2014/main" id="{E291A839-74E8-62B2-9192-0E4061D8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3"/>
          <a:stretch>
            <a:fillRect/>
          </a:stretch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0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0DAD6-E27B-A861-C8B7-74AD7544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6" y="6214530"/>
            <a:ext cx="4284418" cy="3217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COMPARATIVA PRACTICA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A22B3-65B8-6F38-C127-86FC3343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" r="-2" b="611"/>
          <a:stretch>
            <a:fillRect/>
          </a:stretch>
        </p:blipFill>
        <p:spPr>
          <a:xfrm>
            <a:off x="1155556" y="637761"/>
            <a:ext cx="9889765" cy="55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6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254C9-2C39-E351-9034-41C0C5ADF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LIMITES DE POSTGRES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650EB8-B7D2-CD14-4D7C-87EE2AA53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922937"/>
            <a:ext cx="11327549" cy="391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6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63F10-A392-53CF-FC6A-78481790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pic>
        <p:nvPicPr>
          <p:cNvPr id="2050" name="Picture 2" descr="Tuning de bases de datos PostgreSQL">
            <a:extLst>
              <a:ext uri="{FF2B5EF4-FFF2-40B4-BE49-F238E27FC236}">
                <a16:creationId xmlns:a16="http://schemas.microsoft.com/office/drawing/2014/main" id="{45F96C78-B142-20A1-EEC9-A3BF1B173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3417" y="390832"/>
            <a:ext cx="8817784" cy="451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73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3E574-5662-4FD6-9504-272ECDD7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7" b="564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9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AE58-11BD-48C5-6EFF-0074136F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06982"/>
            <a:ext cx="10905066" cy="38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0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52711-359D-80BA-1FD5-FCB45E07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Herramientas para tunning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98889-101C-3F2F-19B7-D19342F8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804748"/>
            <a:ext cx="11327549" cy="27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0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EFD55-3A6C-BD96-80F9-8408C605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errores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826E5-358D-5156-2299-E2089C16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620676"/>
            <a:ext cx="11327549" cy="314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1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B1710-BB42-2101-0305-475A910F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4DD1E-22BE-F360-65FD-9301E77C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7" y="3134919"/>
            <a:ext cx="10118598" cy="288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41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2F3A2-4FE4-CCEE-CB97-B4C754E0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0C77CA-1C8F-02B9-255F-4E24E4408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9" y="3067050"/>
            <a:ext cx="6100073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7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FE2A5-7540-6BE2-BC6F-1310B169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6F2EB1-41C3-D3D6-77BE-8FA87B0E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15" y="3067050"/>
            <a:ext cx="6162321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3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4C953-DF2C-7757-D68A-15C685DF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971EF1-8C81-7092-809F-DA10DB81F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633" y="1966293"/>
            <a:ext cx="877273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66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88490-B0A4-2AA0-5F91-AB1E2DD9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Optimizacion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13F94-7B50-87B1-4AA2-4B85F4A8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689" y="1966293"/>
            <a:ext cx="748262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2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</Words>
  <Application>Microsoft Macintosh PowerPoint</Application>
  <PresentationFormat>Widescreen</PresentationFormat>
  <Paragraphs>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Postgres</vt:lpstr>
      <vt:lpstr>PowerPoint Presentation</vt:lpstr>
      <vt:lpstr>COMPARATIVA PRACTICA</vt:lpstr>
      <vt:lpstr>LIMITES DE POSTGRES</vt:lpstr>
      <vt:lpstr>OPTIMIZACION</vt:lpstr>
      <vt:lpstr>PowerPoint Presentation</vt:lpstr>
      <vt:lpstr>PowerPoint Presentation</vt:lpstr>
      <vt:lpstr>Herramientas para tunning</vt:lpstr>
      <vt:lpstr>Optimizacion errores</vt:lpstr>
      <vt:lpstr>Optimizacion</vt:lpstr>
      <vt:lpstr>Optimizacion</vt:lpstr>
      <vt:lpstr>Optimizacion</vt:lpstr>
      <vt:lpstr>Optimizacion</vt:lpstr>
      <vt:lpstr>Optimizacion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Yela</dc:creator>
  <cp:lastModifiedBy>Alexander Yela</cp:lastModifiedBy>
  <cp:revision>1</cp:revision>
  <dcterms:created xsi:type="dcterms:W3CDTF">2025-10-08T21:55:33Z</dcterms:created>
  <dcterms:modified xsi:type="dcterms:W3CDTF">2025-10-08T22:10:56Z</dcterms:modified>
</cp:coreProperties>
</file>